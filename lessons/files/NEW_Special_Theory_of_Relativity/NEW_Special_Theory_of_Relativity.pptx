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427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F3C"/>
                </a:solidFill>
              </a:defRPr>
            </a:pPr>
            <a:r>
              <a:rPr dirty="0"/>
              <a:t>Time Travel is Real! 🌌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An Introduction to Albert Einstein’s Special Relativity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46027" y="5029200"/>
            <a:ext cx="42996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6F2FF"/>
                </a:solidFill>
              </a:defRPr>
            </a:pPr>
            <a:r>
              <a:rPr dirty="0"/>
              <a:t>Presented by: </a:t>
            </a:r>
            <a:r>
              <a:rPr lang="en-US" dirty="0"/>
              <a:t>Andrew 8(12) &amp; Brendon 8(1)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t>Who is Albert Einstein? 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Albert Einstein changed how we look at the universe in 1905.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Before him, people thought time and space never changed for anyone.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Einstein asked a crazy question: 'What would happen if you rode on a beam of light?'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t>What Does 'Relative' Even Mean? 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rPr dirty="0"/>
              <a:t>• Motion depends on your viewpoint (your frame of reference).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rPr dirty="0"/>
              <a:t>• Example: If you play a video game on a moving train, you feel still. But to someone standing on the platform, you are zooming past at </a:t>
            </a:r>
            <a:r>
              <a:rPr lang="en-US" dirty="0"/>
              <a:t>190</a:t>
            </a:r>
            <a:r>
              <a:rPr dirty="0"/>
              <a:t> mph!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rPr dirty="0"/>
              <a:t>• There is no 'perfectly still' spot in the universe.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t>The Speed of Light is Absolute! 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Light travels at a whopping 186,000 miles per second (300,000 km/s).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The Golden Rule: The speed of light is always the same, no matter how fast you move toward or away from it.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Nothing in the universe can travel faster than light.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t>Time Stretches! 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Moving clocks run slower compared to clocks that stay still.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If you travel in a super-fast spaceship near light speed, time slows down for you!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When you return to Earth, your friends will be older than you. You literally travel into the future!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t>Objects Shrink! 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When things move incredibly fast, they get shorter in the direction they are moving.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A 100-meter spaceship zooming past Earth would look like it's only 50 meters long to us.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Don't worry—the astronauts inside wouldn't feel squished!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t>E = mc² Explained! 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E = Energy, m = Mass (matter), c = Speed of Light.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This equation proves that matter and energy are just two sides of the same coin.</a:t>
            </a:r>
          </a:p>
          <a:p>
            <a:pPr>
              <a:spcAft>
                <a:spcPts val="2400"/>
              </a:spcAft>
              <a:defRPr sz="2200">
                <a:solidFill>
                  <a:srgbClr val="1E293B"/>
                </a:solidFill>
              </a:defRPr>
            </a:pPr>
            <a:r>
              <a:t>• A tiny amount of matter can be turned into a massive, mind-boggling amount of energy.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F3C"/>
                </a:solidFill>
              </a:defRPr>
            </a:pPr>
            <a:r>
              <a:t>Is This Just Sci-Fi? (No, It's Real!) 🛰️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>
                <a:solidFill>
                  <a:srgbClr val="FFFFFF"/>
                </a:solidFill>
              </a:defRPr>
            </a:pPr>
            <a:r>
              <a:t>• We use Special Relativity every day in GPS satellites.</a:t>
            </a:r>
          </a:p>
          <a:p>
            <a:pPr>
              <a:spcAft>
                <a:spcPts val="2400"/>
              </a:spcAft>
              <a:defRPr sz="2200">
                <a:solidFill>
                  <a:srgbClr val="FFFFFF"/>
                </a:solidFill>
              </a:defRPr>
            </a:pPr>
            <a:r>
              <a:t>• Because satellites move fast high above Earth, their clocks run differently. Engineers must adjust for relativity, or your phone's map would get lost!</a:t>
            </a:r>
          </a:p>
          <a:p>
            <a:pPr>
              <a:spcAft>
                <a:spcPts val="2400"/>
              </a:spcAft>
              <a:defRPr sz="2200">
                <a:solidFill>
                  <a:srgbClr val="FFFFFF"/>
                </a:solidFill>
              </a:defRPr>
            </a:pPr>
            <a:r>
              <a:t>• Summary: The universe gets weird when you go fast!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429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Yuan</cp:lastModifiedBy>
  <cp:revision>6</cp:revision>
  <dcterms:created xsi:type="dcterms:W3CDTF">2013-01-27T09:14:16Z</dcterms:created>
  <dcterms:modified xsi:type="dcterms:W3CDTF">2026-10-13T12:06:57Z</dcterms:modified>
  <cp:category/>
</cp:coreProperties>
</file>